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I build the software that runs a business day to day — and the website that brings it customers. This deck walks through what I have already built and what I can build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the detail comes in the system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outstanding card: ₹8.4L from 126 students, with reminders already sent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delivered project: admission.velammalitech.edu.in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delivered project: psr.mypetrolpump.in — shifts, sales, staff, salary, expenses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Asian Pest Control runs this shape of system: customers, enquiries, quotations, work orders, invoices, payments, technician checklists and certificates.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Guppy's World: 60K+ Instagram followers moved into a structured buying flow, with failed payments captured as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which of the systems in the deck is closest to their business, and book the 30-minute discovery call before leaving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ersonal-portfolio/presentation/src/../mockup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13232" cy="7132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89888" y="658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FAST WEB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5740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700" b="1" spc="-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 in,</a:t>
            </a:r>
            <a:endParaRPr lang="en-US" sz="4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700" b="1" spc="-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systems out.</a:t>
            </a:r>
            <a:endParaRPr lang="en-US" sz="4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605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Websites, business software, ERPs and AI automation for schools, colleges, clinics, fuel stations, hotels, traders and agencies.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257800"/>
            <a:ext cx="11091672" cy="18288"/>
          </a:xfrm>
          <a:prstGeom prst="roundRect">
            <a:avLst/>
          </a:prstGeom>
          <a:solidFill>
            <a:srgbClr val="2727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Gowtham  ·  Founder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hello@buildfastweb.in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55321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Nadu, India  ·  Working with businesses across India, UAE &amp; the US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I build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clients start with one and come back for the next.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3112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301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spc="-3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 &amp; web apps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61488"/>
            <a:ext cx="301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sites, landing pages for ads, e-commerce stores and customer portals — fast, search-ready and built to convert visitors into enquiries.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2920" y="1481328"/>
            <a:ext cx="3563112" cy="2743200"/>
          </a:xfrm>
          <a:prstGeom prst="roundRect">
            <a:avLst>
              <a:gd name="adj" fmla="val 3667"/>
            </a:avLst>
          </a:prstGeom>
          <a:solidFill>
            <a:srgbClr val="0B0B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724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87240" y="2084832"/>
            <a:ext cx="301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business software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761488"/>
            <a:ext cx="301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ERPs and operations systems: school, college, clinic, fuel station, hotel, inventory, society, agency. Registers and Excel files replaced by one system.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7200" y="1481328"/>
            <a:ext cx="3563112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152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2084832"/>
            <a:ext cx="301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spc="-3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automation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51520" y="2761488"/>
            <a:ext cx="301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 on your phone line, chatbots on your site, WhatsApp auto-replies, payment reminders and follow-up sequences that never forget.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2622042" cy="1207008"/>
          </a:xfrm>
          <a:prstGeom prst="roundRect">
            <a:avLst>
              <a:gd name="adj" fmla="val 7576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608576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175504"/>
            <a:ext cx="210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served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71850" y="4443984"/>
            <a:ext cx="2622042" cy="1207008"/>
          </a:xfrm>
          <a:prstGeom prst="roundRect">
            <a:avLst>
              <a:gd name="adj" fmla="val 7576"/>
            </a:avLst>
          </a:prstGeom>
          <a:solidFill>
            <a:srgbClr val="F7F7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27882" y="4608576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627882" y="5175504"/>
            <a:ext cx="210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delivered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5060" y="4443984"/>
            <a:ext cx="2622042" cy="1207008"/>
          </a:xfrm>
          <a:prstGeom prst="roundRect">
            <a:avLst>
              <a:gd name="adj" fmla="val 7576"/>
            </a:avLst>
          </a:prstGeom>
          <a:solidFill>
            <a:srgbClr val="F7F7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51092" y="4608576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451092" y="5175504"/>
            <a:ext cx="210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18270" y="4443984"/>
            <a:ext cx="2622042" cy="1207008"/>
          </a:xfrm>
          <a:prstGeom prst="roundRect">
            <a:avLst>
              <a:gd name="adj" fmla="val 7576"/>
            </a:avLst>
          </a:prstGeom>
          <a:solidFill>
            <a:srgbClr val="F7F7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74302" y="4608576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274302" y="5175504"/>
            <a:ext cx="210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· fuel retail · healthcare · field services · hospitality · retail &amp; e-commerce · real estate · agencies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already running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work — every one of these is live or in daily use.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36776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Velammal Institute of Technology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706886" y="1636776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admission portal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5060" y="1517904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4516" y="1636776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PSR Petrol Pump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53306" y="1636776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station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240280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Pest Control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06886" y="2240280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Field-service CRM + site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5060" y="2121408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4516" y="2240280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Guppy's World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53306" y="2240280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with online payments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24912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2843784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AntHands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06886" y="2843784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+ workshop booking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5060" y="2724912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4516" y="2843784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Fins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53306" y="2843784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store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3447288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706886" y="3447288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platform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5060" y="3328416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14516" y="3447288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Tales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53306" y="3447288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Gifts store + event booking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050792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Moments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706886" y="4050792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gift store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5060" y="3931920"/>
            <a:ext cx="544525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14516" y="4050792"/>
            <a:ext cx="304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Tvoy Dom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53306" y="4050792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marketplace, Russia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773168"/>
            <a:ext cx="11091672" cy="877824"/>
          </a:xfrm>
          <a:prstGeom prst="roundRect">
            <a:avLst>
              <a:gd name="adj" fmla="val 10417"/>
            </a:avLst>
          </a:prstGeom>
          <a:solidFill>
            <a:srgbClr val="0B0B0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50474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team builds it, launches it, trains your staff and answers the phone afterwards — you deal with one person, not a ticket queue.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names and systems as delivered. Screens in this deck are product views of these systems with sample data.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am actually replacing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starts the same way — with the registers and the WhatsApp groups.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4160520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 TODAY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12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1284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Registers, notebooks and paper files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7977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7797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Excel sheets, none of them current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46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3467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instructions over WhatsApp groups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913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9136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 and receipts written by hand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480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4805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follow-ups nobody remembers to make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047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50474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calls that quietly become lost customers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1481328"/>
            <a:ext cx="5440680" cy="4160520"/>
          </a:xfrm>
          <a:prstGeom prst="roundRect">
            <a:avLst>
              <a:gd name="adj" fmla="val 2418"/>
            </a:avLst>
          </a:prstGeom>
          <a:solidFill>
            <a:srgbClr val="0B0B0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SYSTEM GOES LIVE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228600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84848" y="221284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your whole team logs into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285292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84848" y="27797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numbers — attendance, sales, dues, stock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41985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84848" y="33467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assigned, tracked and closed inside the system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39867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84848" y="39136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GST-ready invoices and receipts generated in seconds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455371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84848" y="44805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that go out automatically, every time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92240" y="512064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84848" y="50474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and enquiry answered in seconds, day or night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thrown away on day one — existing data is migrated in, and staff are trained on a call they can record.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I build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industry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operations systems, already designed and proven. Yours is configured to how you actually work — not the other way 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56362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16368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ERP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213055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16368" y="2029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ERP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69748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16368" y="25968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26440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16368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&amp; hospital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8313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16368" y="37307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 pump software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39826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16368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POS &amp; digital menu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496519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16368" y="4864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&amp; booking system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553212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16368" y="5431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Inventory, quotation &amp; billing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ready-made systems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a working product — we configure and extend it for your business instead of starting from a blank page.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ERP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Admissions, attendance, fees, exams, timetable, parent portal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07208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44952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ERP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44952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Departments, semesters, internal marks, hostel, placements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65776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system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applications, documents, merit list, seat allotment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24344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62088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&amp; hospital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62088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Appointments, patient records, billing, lab, pharmacy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82912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20656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 pump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20656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Shifts, nozzle sales, tank stock, credit customers, salary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Billing, KOT, QR menu, delivery, item-wise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07208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44952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&amp; booking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044952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availability, bookings, check-in, folio billing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65776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billing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batches, quotation to invoice, GST, receivables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24344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62088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management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billing, visitors, complaints, resident app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82912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20656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&amp; projects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20656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projects, milestones, invoices, payment tracking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70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this list? Slide 27 shows how any business system gets built from the same set of parts.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ERP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schools, matriculation &amp; CBSE institutions and coaching centres.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enquiries, applications and follow-up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by class, section and staff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demand, collection and auto-reminders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Exams, mark entry, report cards and 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Timetable, substitutions, transport and hostel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portal with SMS and WhatsApp updates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principal opens one screen and sees roll strength, today's attendance, fees collected and who owes money — as of this minute, not last month.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ERP — principal's dashboard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ERP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engineering, arts &amp; science colleges and polytechnics.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Departments, programmes and semesters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registration and internal marks (CIA)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shortage, condonation and approvals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scholarships, hostel and transport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workload, timetable and substitutions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drives, offers and NAAC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departments, 3,400 students, and every report the office has to file — generated from the same data the staff enter once.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colle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ERP — registrar's overview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system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standalone portal when admissions are the bottleneck — with or without the full ERP.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application form with document upload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and admission fees paid online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review panel — verify, shortlist, reject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list, seat allotment and confirmation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SMS, WhatsApp and email updates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queue for unpaid applications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Velammal Institute of Technology — the first digital admission system in the institution's history. Paper collection and manual tracking gone entirely.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admi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system — admissions office panel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&amp; hospital management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clinics, dental and dermatology practices, diagnostic centres and multi-doctor setups.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Appointments, doctor schedules and live queue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records, case history and prescriptions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Billing, receipts, packages and insurance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tests, reports and pharmacy stock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visit and follow-up reminders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booking page + AI receptionist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 desk stops writing in a register, no-shows fall because reminders go out on their own, and any patient's history is one search away.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clin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management — front desk view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 pump software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fuel stations and bunk owners running one outlet or several.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management with meter readings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Nozzle-wise fuel sales and cash reconciliation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 stock, dip readings and purchase indents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customers, limits and outstanding ageing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attendance with salary auto-calculated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Expenses, day book and monthly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PSR Petrol Pump. Shift tallies, staff salary and monthly reports that used to take a day of notebook work now take seconds.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pe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 pump software — owner's dashboard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POS &amp; digital menu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restaurants, cafés, bakeries and cloud kitchens.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POS with KOT printing to the kitchen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digital menu — guests order from the 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Dine-in, takeaway and delivery in one screen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map, split bills, UPI, card and cash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Item-wise, hour-wise and staff-wise reports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inventory with low-stock alerts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stop getting lost between the floor and the kitchen, tables turn faster, and the day's sales report is ready before you leave.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restaur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POS — live floor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&amp; room booking system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hotels, resorts, service apartments and banquet halls.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room availability across every channel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engine on your site, no commission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Check-in, check-out, folio and GST billing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status and maintenance blocks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confirmations and reminders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Banquet and event enquiries too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room sold at the desk disappears from your website instantly — double-booking stops being possible, and direct bookings cost you nothing in commission.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hot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&amp; booking system — front office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Inventory, quotation &amp; billing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traders, distributors, manufacturers and dealers.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 and out with batch and expiry tracking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to invoice in one click, GST ready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orders and vendor ledger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ledger, credit limits and receivables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Low-stock and payment-due alerts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warehouses and role-based access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always know what is in the godown, what is owed to you, and exactly who to chase today — without opening a single spreadsheet.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inven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billing — stock and receivables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 &amp; society management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apartments, gated communities, builders and associations.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billing and online collection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app — dues, receipts, notices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and delivery management at the gate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tracking with SLA and escalation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Amenity booking for clubhouse and halls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payments, expenses and audit trail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committee can show every rupee collected and spent at the next meeting, and residents stop asking where the maintenance money went.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soci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management — association dashboard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Agency, project &amp; payment tracking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agencies, contractors, service companies and field teams.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and enquiry CRM with follow-up reminders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tasks, sprints and timelines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workload and time tracking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Quotations, milestone invoices and payments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 and profitability per project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 — progress without calls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project's stage and every pending rupee on one screen. The same engine runs field-service jobs, technician checklists and service certificates.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ag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system — projects and payments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 that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work 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 is not a brochure. It is the first employee your customer meets — it should be fast, easy to find and always asking for the enquiry.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56362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16368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corporate websites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213055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16368" y="2029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 built for ad traffic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69748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16368" y="25968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stores with payments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26440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16368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portals &amp; web apps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8313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16368" y="37307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 &amp; Core Web Vitals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39826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16368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&amp; local SEO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496519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16368" y="4864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and Google Ads campaigns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553212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16368" y="5431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lead attribution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e-commerce development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load in under two seconds and to turn traffic into enquiries.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Business, corporate and service websites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 engineered for ad campaigns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with payments and shipping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portals and web applications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SEO, schema and page speed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forms, WhatsApp handoff, chatbot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payments get captured as leads instead of vanishing, and you can see which rupee of ad spend brought which enquiry.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website admin — revenue, orders and traffic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answers,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and follows up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that happens after hours, on Sundays, and while you are already on another call — handled without adding staff.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56362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16368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 on your phone 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213055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16368" y="2029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AI calling campaigns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69748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16368" y="25968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WhatsApp chatbots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26440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16368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booking with payment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8313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16368" y="37307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payment reminders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39826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16368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sequences for cold leads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496519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16368" y="4864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owner report on WhatsApp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553212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16368" y="5431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 between tools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answers your phone the way a trained front-desk person would — every time, at any hour.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call — night, Sunday, festival 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English, Tamil and Hindi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your services, timings and pricing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the caller's name, number and intent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slot straight into your calendar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over to a human the moment it should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of today's 86 calls came in after office hours. Every one was answered, and 23 appointments were booked without a single staff member picking 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ai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 — live call and captured details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AI receptionist works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steps, all of them automatic. Nothing changes about the number your customers already call.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0B0B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comes in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number, or a new one. Missed and busy calls divert to the AI.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3875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3078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6852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6852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in two rings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66852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 voice, in the caller's language, with your business name.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2089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1292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5066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the intent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5066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price, timing, location, complaint or a returning customer.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00303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506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3280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3280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your knowledge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3280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your services, rates, timings and FAQs. It does not invent answers.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8517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7720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1494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1494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or captures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1494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appointment into your calendar and records name, number and need.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76731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95934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0B0B0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9708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19708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the summary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19708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message and CRM entry with the transcript, intent and next action.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14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handover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 to your staff with the conversation already summarised.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7185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9130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recorded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59130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and transcript stored against the caller's number.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506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1451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follow-through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1451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Confirmation, location pin and reminder sent automatically.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1827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3772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your CRM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23772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land in the system you already use — or the one I build.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852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setup time: 1–3 weeks, including training it on your business and testing it on real calls.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AI calling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voice, working the other direction — calling your list instead of waiting for it to call you.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0B0B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list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dues, pending payments, old enquiries, no-shows or a fresh campaign list.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3875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3078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6852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6852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calls each number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66852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hours you choose, retrying the ones that do not pick up.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2089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1292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5066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your questions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5066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qualifying script you approve — budget, timeline, interest, confirmation.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00303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506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3280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3280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 → booked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3280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appointment or transfers a warm caller to you straight away.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8517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7720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F7F7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1494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1494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interested → tagged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1494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with the reason so nobody wastes another call on them.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767316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959340" y="1554480"/>
            <a:ext cx="1680972" cy="2377440"/>
          </a:xfrm>
          <a:prstGeom prst="roundRect">
            <a:avLst>
              <a:gd name="adj" fmla="val 5440"/>
            </a:avLst>
          </a:prstGeom>
          <a:solidFill>
            <a:srgbClr val="0B0B0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97084" y="1764792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197084" y="2112264"/>
            <a:ext cx="1223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in the dashboard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197084" y="2724912"/>
            <a:ext cx="12237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Answered, booked, callback, refused — with recordings against each number.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14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USE IT FOR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&amp; payment reminders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Schools, clinics and traders chasing dues without staff time.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7185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9130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follow-ups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59130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every enquiry from the ad campaign, the same day.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506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1451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lead revival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1451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of unworked enquiries called in a week.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18270" y="4407408"/>
            <a:ext cx="262204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37726" y="4590288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confirmations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237726" y="5084064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Confirm, reschedule or cancel before the slot is wasted.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85216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the script and the calling window. Numbers that ask not to be called again are removed automatically.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WhatsApp chatbot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your business, answering while the visitor is still on the page.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your services, pricing and FAQs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in about a second, day or night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roughly 8 in 10 questions without you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the name and number naturally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you the lead and pings your WhatsApp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over to a human when it should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who would have closed the tab at 11pm becomes a named lead with a phone number and a scheduled callback.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chat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console — live chat and the lead it captured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booking &amp; appointments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book and pay themselves — from the website, WhatsApp, Instagram or a phone call.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6819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slot calendar on your own booking page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43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or full payment collected at booking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917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Staff, service and duration-wise availability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46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077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on WhatsApp, email and calendar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014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24 hours and 2 hours before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56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5876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request and rebooking link afterwards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99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OWNER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of bookings come in after the office closes, and no-shows drop from around 19% to 4% once reminders run on their own.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4957" y="1419149"/>
            <a:ext cx="7229246" cy="4358030"/>
          </a:xfrm>
          <a:prstGeom prst="rect">
            <a:avLst/>
          </a:prstGeom>
          <a:solidFill>
            <a:srgbClr val="E3E3E0"/>
          </a:solidFill>
          <a:ln/>
        </p:spPr>
      </p:sp>
      <p:pic>
        <p:nvPicPr>
          <p:cNvPr id="20" name="Image 0" descr="/home/user/personal-portfolio/presentation/src/../mockups/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44752"/>
            <a:ext cx="7178040" cy="43068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480560" y="5879592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system — calendar, payments and reminders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that run without you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pieces of work that quietly cost you money when a human has to remember them.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28216"/>
            <a:ext cx="3563112" cy="1792224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47672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lead response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41448"/>
            <a:ext cx="310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from the site, ads or Instagram gets a reply within seconds — before your competitor answers.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2920" y="1728216"/>
            <a:ext cx="3563112" cy="1792224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0664" y="1947672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&amp; bill reminders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0664" y="2441448"/>
            <a:ext cx="310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amounts chased on a schedule over WhatsApp, SMS and voice, with a payment link attached.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77200" y="1728216"/>
            <a:ext cx="3563112" cy="1792224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4944" y="1947672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sequences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14944" y="2441448"/>
            <a:ext cx="310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enquiries worked for weeks — day 1, day 3, day 7 — instead of being forgotten after one call.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3563112" cy="1792224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941064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owner report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434840"/>
            <a:ext cx="310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collections, attendance and pending items delivered to your WhatsApp every evening.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2920" y="3721608"/>
            <a:ext cx="3563112" cy="1792224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3941064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automation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50664" y="4434840"/>
            <a:ext cx="310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receipts, service certificates and report cards generated and sent, not typed.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77200" y="3721608"/>
            <a:ext cx="3563112" cy="1792224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14944" y="3941064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Tool-to-tool workflows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14944" y="4434840"/>
            <a:ext cx="310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website, CRM, accounting, WhatsApp and Google Sheets kept in step without copy-paste.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70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automations are live within one to three weeks and run on top of whatever system you already use.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is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the list?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above is assembled from the same set of parts. That is why a new one takes weeks, not years — and why the price is fixed before we start.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56362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16368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me how the work flows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213055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16368" y="20299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map the manual steps worth killing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69748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16368" y="25968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screen-by-screen blueprint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26440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16368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fixed quote, before any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8313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16368" y="37307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design you approve first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39826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16368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builds you can watch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496519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16368" y="4864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migrated, staff trained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553212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16368" y="5431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you can reach on WhatsApp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parts every custom system is built from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ones your business needs — clinic, gym, school, factory, transport, real estate, salon, workshop, anything.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logins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manager, staff and customer — each sees only what they should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07208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44952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44952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or five numbers that tell you how today is going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65776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&amp; records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Customers, students, patients, vehicles, properties, items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24344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62088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&amp; payments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62088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Quotations, invoices, receipts, GST, UPI and payment links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82912" y="1783080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20656" y="20025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assets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20656" y="24963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batches, expiry, serial numbers, service history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Appointments, shifts, jobs, routes, rooms and slots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07208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44952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&amp; job cards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044952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orders, checklists, photos and digital certificates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65776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Daily, monthly, GST, statutory — in the format you already file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24344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62088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SMS and email triggered by what happens in the system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82912" y="3685032"/>
            <a:ext cx="2057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20656" y="3904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20656" y="439826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and iOS for customers or field staff, one shared backend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70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or SaaS product idea? The same parts, plus multi-tenant accounts, subscriptions and an admin console.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 &amp; interface design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that decide whether your team actually uses what you paid for.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525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865376"/>
            <a:ext cx="49880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development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59152"/>
            <a:ext cx="49880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and iOS from one codebase — customer apps, staff and field apps with offline support, ordering, booking and delivery flows, push notifications, and Play Store / App Store publishing. One backend shared with your web dashboard.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44525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2804" y="1865376"/>
            <a:ext cx="49880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32804" y="2359152"/>
            <a:ext cx="49880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and dashboard interfaces, clickable prototypes before a line of code is written, a brand kit of colours, type and components, and a handoff any future developer can read. Staff stop asking "where do I click?" on day two.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544525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986784"/>
            <a:ext cx="49880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 approve first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480560"/>
            <a:ext cx="49880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click through the real flow on screen and change your mind while changes are still free — not after the build.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5060" y="3767328"/>
            <a:ext cx="544525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2804" y="3986784"/>
            <a:ext cx="49880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that sticks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32804" y="4480560"/>
            <a:ext cx="49880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is trained on a recorded call, with handover documents, so a new joiner next year is not stuck.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70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timelines: UI/UX 1–3 weeks · mobile app 4–10 weeks · both quoted as a fixed price.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together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steps from the first call to a system your staff are trained on. No hourly billing, no surprises halfway.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56311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88366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94560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88336"/>
            <a:ext cx="310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on how your business actually runs today — the registers, the WhatsApp groups, the Excel sheets.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2920" y="1700784"/>
            <a:ext cx="356311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0664" y="188366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2–4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50664" y="2194560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&amp; fixed quote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0664" y="2688336"/>
            <a:ext cx="310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scope, a screen-by-screen plan and a fixed price. No "that's extra" once we start.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7200" y="1700784"/>
            <a:ext cx="356311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4944" y="188366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14944" y="2194560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 approve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14944" y="2688336"/>
            <a:ext cx="310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screens before any code is written. You change your mind while changes are still free.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356311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89534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2+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206240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weekly sprints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4700016"/>
            <a:ext cx="310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 a live link and a short video walkthrough. You watch it grow instead of waiting in the dark.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2920" y="3712464"/>
            <a:ext cx="356311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0664" y="389534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50664" y="4206240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train the team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50664" y="4700016"/>
            <a:ext cx="310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data migrated, system live, staff trained on a call they can record. Handover documents included.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7200" y="3712464"/>
            <a:ext cx="356311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4944" y="389534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314944" y="4206240"/>
            <a:ext cx="310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that answers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14944" y="4700016"/>
            <a:ext cx="310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of free post-launch support, then an optional care plan. You message a human on WhatsApp.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70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build times: website 2–4 weeks · ERP or custom software 4–8 weeks · AI and automation 1–3 weeks.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the systems in detail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projects — what was broken, what was built, what changed.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3112" cy="4169664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0784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VELAMMAL INSTITUTE OF TECHNOLOGY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993392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admission portal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96896"/>
            <a:ext cx="3087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application was on paper, collected at the office and reviewed by hand — impossible to scale in peak season.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346704"/>
            <a:ext cx="3087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application portal with document upload and validation, plus an admin panel where the team reviews, filters and updates statuses. Works as a PWA on a phone.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" y="4498848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4425696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digital admission system in the institution's history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" y="4882896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4809744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collection and manual tracking eliminated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" y="5266944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5193792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reviewed and updated in real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12920" y="1481328"/>
            <a:ext cx="3563112" cy="4169664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0664" y="1700784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PSR PETROL PUMP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50664" y="1993392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station operations system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50664" y="2596896"/>
            <a:ext cx="3087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records, fuel tallies, attendance, salary and expenses lived in notebooks and spreadsheets. No single place to see the day.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50664" y="3346704"/>
            <a:ext cx="3087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management, daily sales and expenses, customer records, staff management with salary calculated from shift data, system logs and a full reports module.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50664" y="4498848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88408" y="4425696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and fuel sales tracked in real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50664" y="4882896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88408" y="4809744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salary calculated automatically from attendance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50664" y="5266944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88408" y="5193792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reports in seconds instead of a day's work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77200" y="1481328"/>
            <a:ext cx="3563112" cy="4169664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14944" y="1700784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PEST CONTROL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314944" y="1993392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Field-service CRM + landing page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14944" y="2596896"/>
            <a:ext cx="3087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assigned over WhatsApp, paper service certificates, handwritten invoices, no way to track technicians or payments.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314944" y="3346704"/>
            <a:ext cx="3087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Lead-capture landing page plus a CRM covering customers, enquiries, quotations, work orders, invoices, payments, technician checklists, certificates and reporting.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14944" y="4498848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52688" y="4425696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job tracking, billing and coordination replaced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14944" y="4882896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52688" y="4809744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certificates generated and stored digitally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14944" y="5266944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FBC11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52688" y="5193792"/>
            <a:ext cx="284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for jobs, payments and staff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delivered: e-commerce stores with Razorpay payments, a workshop booking platform, and a rental marketplace serving customers in Russia.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6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get, and what it is built 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standards on a ₹40,000 website and a ₹5 lakh ERP.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806440" cy="4169664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8A6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EVERY PROJECT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222656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5568" y="213969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price agreed before the build starts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64718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5568" y="25603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design approved before any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06781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15568" y="298094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link and a video update every week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488436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5568" y="34015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data migrated in, not retyped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3909060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15568" y="382219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trained on a call they can record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4329684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5568" y="42428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free support, then an optional care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4750308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5568" y="466344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 code and accounts in your name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5170932"/>
            <a:ext cx="118872" cy="118872"/>
          </a:xfrm>
          <a:prstGeom prst="roundRect">
            <a:avLst>
              <a:gd name="adj" fmla="val 26923"/>
            </a:avLst>
          </a:prstGeom>
          <a:solidFill>
            <a:srgbClr val="FBC1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15568" y="50840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documents any future developer can read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6248" y="1481328"/>
            <a:ext cx="5084064" cy="4169664"/>
          </a:xfrm>
          <a:prstGeom prst="roundRect">
            <a:avLst>
              <a:gd name="adj" fmla="val 2412"/>
            </a:avLst>
          </a:prstGeom>
          <a:solidFill>
            <a:srgbClr val="0B0B0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48856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48856" y="2157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157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Next.js · Vite · Tailwind CSS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2587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587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TypeScript · REST APIs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48856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3017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MongoDB · Supabase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48856" y="3447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447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 for Android and iOS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48856" y="38770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877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· Vercel · Nginx · daily backups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48856" y="43068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306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· UPI · cards · payment links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48856" y="4736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736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API · SMS · email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848856" y="5166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5166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agents, chatbots and workflow automation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Hosting, domain and payment gateway accounts are created in your name — you are never locked to me.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ersonal-portfolio/presentation/src/../mockup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13232" cy="7132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89888" y="658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FAST WEB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me how your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runs today.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30-minute call is enough for me to tell you what can be built, how long it takes and what it costs — as a fixed number, in writing.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955280" y="1874520"/>
            <a:ext cx="3685032" cy="859536"/>
          </a:xfrm>
          <a:prstGeom prst="roundRect">
            <a:avLst>
              <a:gd name="adj" fmla="val 9574"/>
            </a:avLst>
          </a:prstGeom>
          <a:solidFill>
            <a:srgbClr val="15151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11312" y="20208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211312" y="2286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hello@buildfastweb.in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55280" y="2898648"/>
            <a:ext cx="3685032" cy="859536"/>
          </a:xfrm>
          <a:prstGeom prst="roundRect">
            <a:avLst>
              <a:gd name="adj" fmla="val 9574"/>
            </a:avLst>
          </a:prstGeom>
          <a:solidFill>
            <a:srgbClr val="15151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11312" y="30449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&amp; WhatsApp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11312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+91 97895 02278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55280" y="3922776"/>
            <a:ext cx="3685032" cy="859536"/>
          </a:xfrm>
          <a:prstGeom prst="roundRect">
            <a:avLst>
              <a:gd name="adj" fmla="val 9574"/>
            </a:avLst>
          </a:prstGeom>
          <a:solidFill>
            <a:srgbClr val="1515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11312" y="4069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43342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C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Gowtham  ·  Founder, Build Fast Web  ·  Tamil Nadu, India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buildfastweb.in   ·   hello@buildfastweb.in   ·   +91 97895 02278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63825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Build Fast 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Fast Web — Capability Presentation</dc:title>
  <dc:subject>PptxGenJS Presentation</dc:subject>
  <dc:creator>Build Fast Web</dc:creator>
  <cp:lastModifiedBy>Build Fast Web</cp:lastModifiedBy>
  <cp:revision>1</cp:revision>
  <dcterms:created xsi:type="dcterms:W3CDTF">2026-09-15T13:03:06Z</dcterms:created>
  <dcterms:modified xsi:type="dcterms:W3CDTF">2026-09-15T13:03:06Z</dcterms:modified>
</cp:coreProperties>
</file>